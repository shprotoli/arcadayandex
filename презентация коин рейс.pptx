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9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78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96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84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94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6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586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3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0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0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32601-BA3E-477A-BAE3-DF7C1043785F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124A3-ED26-4F20-A07C-6B0598FF18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68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Coin Race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Проект </a:t>
            </a:r>
            <a:r>
              <a:rPr lang="en-US" dirty="0" smtClean="0"/>
              <a:t>Python (Arcade)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1778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Суть игры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Игра на 2 игроков</a:t>
            </a:r>
          </a:p>
          <a:p>
            <a:r>
              <a:rPr lang="ru-RU" dirty="0" smtClean="0"/>
              <a:t>2 уровня (автоматическое перебрасывание на 2 уровень после прохождения 1)</a:t>
            </a:r>
          </a:p>
          <a:p>
            <a:r>
              <a:rPr lang="ru-RU" dirty="0" smtClean="0"/>
              <a:t>Цель собрать все монеты</a:t>
            </a:r>
          </a:p>
          <a:p>
            <a:r>
              <a:rPr lang="ru-RU" dirty="0" smtClean="0"/>
              <a:t>Побеждает игрок</a:t>
            </a:r>
            <a:r>
              <a:rPr lang="en-US" dirty="0" smtClean="0"/>
              <a:t>,</a:t>
            </a:r>
            <a:r>
              <a:rPr lang="ru-RU" dirty="0" smtClean="0"/>
              <a:t> собравший большее количество монет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185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Скрины</a:t>
            </a:r>
            <a:r>
              <a:rPr lang="ru-RU" dirty="0" smtClean="0"/>
              <a:t> с игры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5835"/>
            <a:ext cx="5712502" cy="36834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49" y="2236433"/>
            <a:ext cx="5942351" cy="38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Технологии использованные в проекте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</a:p>
          <a:p>
            <a:r>
              <a:rPr lang="en-US" dirty="0" smtClean="0"/>
              <a:t>Arcade</a:t>
            </a:r>
          </a:p>
          <a:p>
            <a:r>
              <a:rPr lang="en-US" dirty="0" err="1" smtClean="0"/>
              <a:t>git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090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</Words>
  <Application>Microsoft Office PowerPoint</Application>
  <PresentationFormat>Широкоэкранный</PresentationFormat>
  <Paragraphs>12</Paragraphs>
  <Slides>4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Coin Race</vt:lpstr>
      <vt:lpstr>Суть игры</vt:lpstr>
      <vt:lpstr>Скрины с игры</vt:lpstr>
      <vt:lpstr>Технологии использованные в проекте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Race</dc:title>
  <dc:creator>Student_G7_YandexPy</dc:creator>
  <cp:lastModifiedBy>Student_G7_YandexPy</cp:lastModifiedBy>
  <cp:revision>3</cp:revision>
  <dcterms:created xsi:type="dcterms:W3CDTF">2026-02-02T16:04:17Z</dcterms:created>
  <dcterms:modified xsi:type="dcterms:W3CDTF">2026-02-02T16:16:19Z</dcterms:modified>
</cp:coreProperties>
</file>